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0" r:id="rId2"/>
    <p:sldId id="258" r:id="rId3"/>
    <p:sldId id="261" r:id="rId4"/>
    <p:sldId id="262" r:id="rId5"/>
    <p:sldId id="256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8DB01-B1DB-4F6C-9EAB-B5AE7A41DD8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5FD8-380D-409F-865E-03BCF2347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299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8DB01-B1DB-4F6C-9EAB-B5AE7A41DD8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8495FD8-380D-409F-865E-03BCF2347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81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8DB01-B1DB-4F6C-9EAB-B5AE7A41DD8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5FD8-380D-409F-865E-03BCF2347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5704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8DB01-B1DB-4F6C-9EAB-B5AE7A41DD8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5FD8-380D-409F-865E-03BCF2347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57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8DB01-B1DB-4F6C-9EAB-B5AE7A41DD8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5FD8-380D-409F-865E-03BCF2347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7614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8DB01-B1DB-4F6C-9EAB-B5AE7A41DD8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5FD8-380D-409F-865E-03BCF2347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3084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8DB01-B1DB-4F6C-9EAB-B5AE7A41DD8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5FD8-380D-409F-865E-03BCF2347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444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8DB01-B1DB-4F6C-9EAB-B5AE7A41DD8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5FD8-380D-409F-865E-03BCF2347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62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8DB01-B1DB-4F6C-9EAB-B5AE7A41DD8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5FD8-380D-409F-865E-03BCF2347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485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8DB01-B1DB-4F6C-9EAB-B5AE7A41DD8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5FD8-380D-409F-865E-03BCF2347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101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8DB01-B1DB-4F6C-9EAB-B5AE7A41DD8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5FD8-380D-409F-865E-03BCF2347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984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8DB01-B1DB-4F6C-9EAB-B5AE7A41DD8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5FD8-380D-409F-865E-03BCF2347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5515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8DB01-B1DB-4F6C-9EAB-B5AE7A41DD8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5FD8-380D-409F-865E-03BCF2347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423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8DB01-B1DB-4F6C-9EAB-B5AE7A41DD8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5FD8-380D-409F-865E-03BCF2347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339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8DB01-B1DB-4F6C-9EAB-B5AE7A41DD8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5FD8-380D-409F-865E-03BCF2347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1605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8DB01-B1DB-4F6C-9EAB-B5AE7A41DD8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5FD8-380D-409F-865E-03BCF2347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559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8DB01-B1DB-4F6C-9EAB-B5AE7A41DD8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5FD8-380D-409F-865E-03BCF2347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280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2E8DB01-B1DB-4F6C-9EAB-B5AE7A41DD8D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8495FD8-380D-409F-865E-03BCF2347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9299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AB7B38-1727-4274-A38D-FC3FCBB813E4}"/>
              </a:ext>
            </a:extLst>
          </p:cNvPr>
          <p:cNvSpPr/>
          <p:nvPr/>
        </p:nvSpPr>
        <p:spPr>
          <a:xfrm>
            <a:off x="-294640" y="-304800"/>
            <a:ext cx="13462000" cy="76098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675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Кто сказал, что район плохой? Каменная Горка и окрестности из окон 25-этажки">
            <a:extLst>
              <a:ext uri="{FF2B5EF4-FFF2-40B4-BE49-F238E27FC236}">
                <a16:creationId xmlns:a16="http://schemas.microsoft.com/office/drawing/2014/main" id="{50FCFF11-47F8-4CA0-8FAF-4FF4D805F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891553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56BC656-146D-4693-8AF7-04801A2A3320}"/>
              </a:ext>
            </a:extLst>
          </p:cNvPr>
          <p:cNvSpPr/>
          <p:nvPr/>
        </p:nvSpPr>
        <p:spPr>
          <a:xfrm>
            <a:off x="0" y="-847165"/>
            <a:ext cx="12192000" cy="427616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200" dirty="0"/>
              <a:t>Фрунзенск</a:t>
            </a:r>
            <a:r>
              <a:rPr lang="en-US" sz="7200" dirty="0" err="1"/>
              <a:t>i</a:t>
            </a:r>
            <a:r>
              <a:rPr lang="ru-RU" sz="7200" dirty="0"/>
              <a:t> Район</a:t>
            </a:r>
          </a:p>
        </p:txBody>
      </p:sp>
    </p:spTree>
    <p:extLst>
      <p:ext uri="{BB962C8B-B14F-4D97-AF65-F5344CB8AC3E}">
        <p14:creationId xmlns:p14="http://schemas.microsoft.com/office/powerpoint/2010/main" val="453357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Кальварийское кладбище в Минске | Планета Беларусь">
            <a:extLst>
              <a:ext uri="{FF2B5EF4-FFF2-40B4-BE49-F238E27FC236}">
                <a16:creationId xmlns:a16="http://schemas.microsoft.com/office/drawing/2014/main" id="{050A7C8B-B129-4C40-9890-54B5BFC46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7" y="0"/>
            <a:ext cx="12234453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591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Аврора (кинотеатр, Минск) — Википедия">
            <a:extLst>
              <a:ext uri="{FF2B5EF4-FFF2-40B4-BE49-F238E27FC236}">
                <a16:creationId xmlns:a16="http://schemas.microsoft.com/office/drawing/2014/main" id="{9DF1C0CE-404D-450C-8EA7-BDA70AE37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295820" cy="4189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Ледовый дворец спорта Минской области">
            <a:extLst>
              <a:ext uri="{FF2B5EF4-FFF2-40B4-BE49-F238E27FC236}">
                <a16:creationId xmlns:a16="http://schemas.microsoft.com/office/drawing/2014/main" id="{B4944A9C-0E2A-4C15-AAC9-59F7B2404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5520" y="2103120"/>
            <a:ext cx="7396480" cy="475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9664927"/>
      </p:ext>
    </p:extLst>
  </p:cSld>
  <p:clrMapOvr>
    <a:masterClrMapping/>
  </p:clrMapOvr>
  <p:transition spd="slow">
    <p:wheel spokes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280C710-23D5-4069-8415-A874BA06E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683" y="473924"/>
            <a:ext cx="7871012" cy="5591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250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vortex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17F003-57EB-4FA6-BFC9-FE0D93CA7A6A}"/>
              </a:ext>
            </a:extLst>
          </p:cNvPr>
          <p:cNvSpPr txBox="1"/>
          <p:nvPr/>
        </p:nvSpPr>
        <p:spPr>
          <a:xfrm>
            <a:off x="1543864" y="0"/>
            <a:ext cx="606929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-</a:t>
            </a:r>
            <a:r>
              <a:rPr lang="ru-RU" sz="6000" dirty="0"/>
              <a:t>Фрунзенец (м.р.)</a:t>
            </a:r>
          </a:p>
          <a:p>
            <a:endParaRPr lang="ru-RU" sz="6000" dirty="0"/>
          </a:p>
          <a:p>
            <a:r>
              <a:rPr lang="ru-RU" sz="6000" dirty="0"/>
              <a:t>-Фрунзенка (ж.р.)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EB6626-6473-47FD-917F-FBC5E549F229}"/>
              </a:ext>
            </a:extLst>
          </p:cNvPr>
          <p:cNvSpPr txBox="1"/>
          <p:nvPr/>
        </p:nvSpPr>
        <p:spPr>
          <a:xfrm>
            <a:off x="9072283" y="3881717"/>
            <a:ext cx="52712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sz="3200" dirty="0"/>
              <a:t>Горкаучане</a:t>
            </a:r>
          </a:p>
          <a:p>
            <a:pPr marL="285750" indent="-285750">
              <a:buFontTx/>
              <a:buChar char="-"/>
            </a:pPr>
            <a:endParaRPr lang="ru-RU" sz="3200" dirty="0"/>
          </a:p>
          <a:p>
            <a:pPr marL="285750" indent="-285750">
              <a:buFontTx/>
              <a:buChar char="-"/>
            </a:pPr>
            <a:r>
              <a:rPr lang="ru-RU" sz="3200" dirty="0"/>
              <a:t>Сухарауцы</a:t>
            </a:r>
          </a:p>
          <a:p>
            <a:pPr marL="285750" indent="-285750">
              <a:buFontTx/>
              <a:buChar char="-"/>
            </a:pPr>
            <a:endParaRPr lang="ru-RU" sz="3200" dirty="0"/>
          </a:p>
          <a:p>
            <a:pPr marL="285750" indent="-285750">
              <a:buFontTx/>
              <a:buChar char="-"/>
            </a:pPr>
            <a:r>
              <a:rPr lang="ru-RU" sz="3200" dirty="0"/>
              <a:t>Западн</a:t>
            </a:r>
            <a:r>
              <a:rPr lang="en-US" sz="3200" dirty="0" err="1"/>
              <a:t>i</a:t>
            </a:r>
            <a:r>
              <a:rPr lang="ru-RU" sz="3200" dirty="0"/>
              <a:t>к</a:t>
            </a:r>
            <a:r>
              <a:rPr lang="en-US" sz="3200" dirty="0" err="1"/>
              <a:t>i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9319489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000">
        <p15:prstTrans prst="origami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397</TotalTime>
  <Words>23</Words>
  <Application>Microsoft Office PowerPoint</Application>
  <PresentationFormat>Widescreen</PresentationFormat>
  <Paragraphs>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Corbel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Ж Роман</dc:creator>
  <cp:lastModifiedBy>Ж Роман</cp:lastModifiedBy>
  <cp:revision>9</cp:revision>
  <dcterms:created xsi:type="dcterms:W3CDTF">2025-09-12T17:02:29Z</dcterms:created>
  <dcterms:modified xsi:type="dcterms:W3CDTF">2025-09-15T15:01:13Z</dcterms:modified>
</cp:coreProperties>
</file>